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F8D71-8E5B-440B-86D8-A95D20FE7034}" v="14" dt="2026-09-11T12:29:17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576" y="52"/>
      </p:cViewPr>
      <p:guideLst>
        <p:guide orient="horz" pos="216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ha Vodala" userId="289749ab3d3ca26f" providerId="LiveId" clId="{318C8650-ED83-4690-9D6B-F6C835E54242}"/>
    <pc:docChg chg="undo custSel modSld">
      <pc:chgData name="Rakshitha Vodala" userId="289749ab3d3ca26f" providerId="LiveId" clId="{318C8650-ED83-4690-9D6B-F6C835E54242}" dt="2026-09-13T03:42:46.806" v="354" actId="20577"/>
      <pc:docMkLst>
        <pc:docMk/>
      </pc:docMkLst>
      <pc:sldChg chg="addSp delSp modSp mod">
        <pc:chgData name="Rakshitha Vodala" userId="289749ab3d3ca26f" providerId="LiveId" clId="{318C8650-ED83-4690-9D6B-F6C835E54242}" dt="2026-09-13T03:42:16.249" v="337" actId="20577"/>
        <pc:sldMkLst>
          <pc:docMk/>
          <pc:sldMk cId="0" sldId="281"/>
        </pc:sldMkLst>
        <pc:spChg chg="mod">
          <ac:chgData name="Rakshitha Vodala" userId="289749ab3d3ca26f" providerId="LiveId" clId="{318C8650-ED83-4690-9D6B-F6C835E54242}" dt="2026-09-11T12:11:16.447" v="74" actId="14100"/>
          <ac:spMkLst>
            <pc:docMk/>
            <pc:sldMk cId="0" sldId="281"/>
            <ac:spMk id="10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3T03:42:16.249" v="337" actId="20577"/>
          <ac:spMkLst>
            <pc:docMk/>
            <pc:sldMk cId="0" sldId="281"/>
            <ac:spMk id="15362" creationId="{00000000-0000-0000-0000-000000000000}"/>
          </ac:spMkLst>
        </pc:spChg>
        <pc:picChg chg="add mod">
          <ac:chgData name="Rakshitha Vodala" userId="289749ab3d3ca26f" providerId="LiveId" clId="{318C8650-ED83-4690-9D6B-F6C835E54242}" dt="2026-09-11T12:27:52.660" v="128" actId="14100"/>
          <ac:picMkLst>
            <pc:docMk/>
            <pc:sldMk cId="0" sldId="281"/>
            <ac:picMk id="3" creationId="{52E5D307-36D1-5CF7-492F-740CF0865C29}"/>
          </ac:picMkLst>
        </pc:picChg>
      </pc:sldChg>
      <pc:sldChg chg="addSp delSp modSp mod">
        <pc:chgData name="Rakshitha Vodala" userId="289749ab3d3ca26f" providerId="LiveId" clId="{318C8650-ED83-4690-9D6B-F6C835E54242}" dt="2026-09-13T03:42:23.992" v="342" actId="20577"/>
        <pc:sldMkLst>
          <pc:docMk/>
          <pc:sldMk cId="0" sldId="290"/>
        </pc:sldMkLst>
        <pc:spChg chg="mod">
          <ac:chgData name="Rakshitha Vodala" userId="289749ab3d3ca26f" providerId="LiveId" clId="{318C8650-ED83-4690-9D6B-F6C835E54242}" dt="2026-09-11T12:11:22.678" v="75" actId="14100"/>
          <ac:spMkLst>
            <pc:docMk/>
            <pc:sldMk cId="0" sldId="290"/>
            <ac:spMk id="11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3T03:42:23.992" v="342" actId="20577"/>
          <ac:spMkLst>
            <pc:docMk/>
            <pc:sldMk cId="0" sldId="290"/>
            <ac:spMk id="17410" creationId="{00000000-0000-0000-0000-000000000000}"/>
          </ac:spMkLst>
        </pc:spChg>
        <pc:picChg chg="add mod">
          <ac:chgData name="Rakshitha Vodala" userId="289749ab3d3ca26f" providerId="LiveId" clId="{318C8650-ED83-4690-9D6B-F6C835E54242}" dt="2026-09-11T12:28:24.606" v="134" actId="1076"/>
          <ac:picMkLst>
            <pc:docMk/>
            <pc:sldMk cId="0" sldId="290"/>
            <ac:picMk id="5" creationId="{F67122F4-4362-8C20-E9B7-46015DF5C8AD}"/>
          </ac:picMkLst>
        </pc:picChg>
      </pc:sldChg>
      <pc:sldChg chg="addSp delSp modSp mod">
        <pc:chgData name="Rakshitha Vodala" userId="289749ab3d3ca26f" providerId="LiveId" clId="{318C8650-ED83-4690-9D6B-F6C835E54242}" dt="2026-09-11T16:58:00.783" v="165" actId="1036"/>
        <pc:sldMkLst>
          <pc:docMk/>
          <pc:sldMk cId="0" sldId="291"/>
        </pc:sldMkLst>
        <pc:spChg chg="mod">
          <ac:chgData name="Rakshitha Vodala" userId="289749ab3d3ca26f" providerId="LiveId" clId="{318C8650-ED83-4690-9D6B-F6C835E54242}" dt="2026-09-11T12:19:53.882" v="93" actId="20577"/>
          <ac:spMkLst>
            <pc:docMk/>
            <pc:sldMk cId="0" sldId="291"/>
            <ac:spMk id="8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1T16:58:00.783" v="165" actId="1036"/>
          <ac:spMkLst>
            <pc:docMk/>
            <pc:sldMk cId="0" sldId="291"/>
            <ac:spMk id="10" creationId="{00000000-0000-0000-0000-000000000000}"/>
          </ac:spMkLst>
        </pc:spChg>
        <pc:picChg chg="add mod">
          <ac:chgData name="Rakshitha Vodala" userId="289749ab3d3ca26f" providerId="LiveId" clId="{318C8650-ED83-4690-9D6B-F6C835E54242}" dt="2026-09-11T12:27:25.967" v="120" actId="14100"/>
          <ac:picMkLst>
            <pc:docMk/>
            <pc:sldMk cId="0" sldId="291"/>
            <ac:picMk id="11" creationId="{4AF74C1A-260A-469D-0751-0921CC21D464}"/>
          </ac:picMkLst>
        </pc:picChg>
      </pc:sldChg>
      <pc:sldChg chg="addSp delSp modSp mod">
        <pc:chgData name="Rakshitha Vodala" userId="289749ab3d3ca26f" providerId="LiveId" clId="{318C8650-ED83-4690-9D6B-F6C835E54242}" dt="2026-09-13T03:42:08.138" v="332" actId="20577"/>
        <pc:sldMkLst>
          <pc:docMk/>
          <pc:sldMk cId="0" sldId="293"/>
        </pc:sldMkLst>
        <pc:spChg chg="mod">
          <ac:chgData name="Rakshitha Vodala" userId="289749ab3d3ca26f" providerId="LiveId" clId="{318C8650-ED83-4690-9D6B-F6C835E54242}" dt="2026-09-13T03:42:08.138" v="332" actId="20577"/>
          <ac:spMkLst>
            <pc:docMk/>
            <pc:sldMk cId="0" sldId="293"/>
            <ac:spMk id="4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1T12:12:03.103" v="83" actId="14100"/>
          <ac:spMkLst>
            <pc:docMk/>
            <pc:sldMk cId="0" sldId="293"/>
            <ac:spMk id="12" creationId="{00000000-0000-0000-0000-000000000000}"/>
          </ac:spMkLst>
        </pc:spChg>
        <pc:picChg chg="add mod">
          <ac:chgData name="Rakshitha Vodala" userId="289749ab3d3ca26f" providerId="LiveId" clId="{318C8650-ED83-4690-9D6B-F6C835E54242}" dt="2026-09-11T12:28:46.948" v="137" actId="1076"/>
          <ac:picMkLst>
            <pc:docMk/>
            <pc:sldMk cId="0" sldId="293"/>
            <ac:picMk id="3" creationId="{22EE6F01-1A2E-7CCE-03E8-53CDE4E5EE54}"/>
          </ac:picMkLst>
        </pc:picChg>
      </pc:sldChg>
      <pc:sldChg chg="addSp delSp modSp mod">
        <pc:chgData name="Rakshitha Vodala" userId="289749ab3d3ca26f" providerId="LiveId" clId="{318C8650-ED83-4690-9D6B-F6C835E54242}" dt="2026-09-13T03:42:35.501" v="347" actId="20577"/>
        <pc:sldMkLst>
          <pc:docMk/>
          <pc:sldMk cId="0" sldId="294"/>
        </pc:sldMkLst>
        <pc:spChg chg="mod">
          <ac:chgData name="Rakshitha Vodala" userId="289749ab3d3ca26f" providerId="LiveId" clId="{318C8650-ED83-4690-9D6B-F6C835E54242}" dt="2026-09-13T03:42:35.501" v="347" actId="20577"/>
          <ac:spMkLst>
            <pc:docMk/>
            <pc:sldMk cId="0" sldId="294"/>
            <ac:spMk id="3" creationId="{0C18C3E9-DFB1-6C0D-14EC-CD3581161DCC}"/>
          </ac:spMkLst>
        </pc:spChg>
        <pc:spChg chg="add del">
          <ac:chgData name="Rakshitha Vodala" userId="289749ab3d3ca26f" providerId="LiveId" clId="{318C8650-ED83-4690-9D6B-F6C835E54242}" dt="2026-09-11T12:30:29.184" v="160" actId="21"/>
          <ac:spMkLst>
            <pc:docMk/>
            <pc:sldMk cId="0" sldId="294"/>
            <ac:spMk id="10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1T12:12:16.490" v="87" actId="20577"/>
          <ac:spMkLst>
            <pc:docMk/>
            <pc:sldMk cId="0" sldId="294"/>
            <ac:spMk id="12" creationId="{00000000-0000-0000-0000-000000000000}"/>
          </ac:spMkLst>
        </pc:spChg>
        <pc:picChg chg="add mod">
          <ac:chgData name="Rakshitha Vodala" userId="289749ab3d3ca26f" providerId="LiveId" clId="{318C8650-ED83-4690-9D6B-F6C835E54242}" dt="2026-09-11T12:29:27.598" v="147" actId="1036"/>
          <ac:picMkLst>
            <pc:docMk/>
            <pc:sldMk cId="0" sldId="294"/>
            <ac:picMk id="15" creationId="{938C3F3D-0FBB-986C-018B-39A4195198F4}"/>
          </ac:picMkLst>
        </pc:picChg>
      </pc:sldChg>
      <pc:sldChg chg="addSp delSp modSp mod">
        <pc:chgData name="Rakshitha Vodala" userId="289749ab3d3ca26f" providerId="LiveId" clId="{318C8650-ED83-4690-9D6B-F6C835E54242}" dt="2026-09-13T03:42:46.806" v="354" actId="20577"/>
        <pc:sldMkLst>
          <pc:docMk/>
          <pc:sldMk cId="0" sldId="296"/>
        </pc:sldMkLst>
        <pc:spChg chg="mod">
          <ac:chgData name="Rakshitha Vodala" userId="289749ab3d3ca26f" providerId="LiveId" clId="{318C8650-ED83-4690-9D6B-F6C835E54242}" dt="2026-09-11T12:12:32.829" v="91" actId="20577"/>
          <ac:spMkLst>
            <pc:docMk/>
            <pc:sldMk cId="0" sldId="296"/>
            <ac:spMk id="9" creationId="{00000000-0000-0000-0000-000000000000}"/>
          </ac:spMkLst>
        </pc:spChg>
        <pc:spChg chg="mod">
          <ac:chgData name="Rakshitha Vodala" userId="289749ab3d3ca26f" providerId="LiveId" clId="{318C8650-ED83-4690-9D6B-F6C835E54242}" dt="2026-09-13T03:42:46.806" v="354" actId="20577"/>
          <ac:spMkLst>
            <pc:docMk/>
            <pc:sldMk cId="0" sldId="296"/>
            <ac:spMk id="17410" creationId="{00000000-0000-0000-0000-000000000000}"/>
          </ac:spMkLst>
        </pc:spChg>
        <pc:picChg chg="add">
          <ac:chgData name="Rakshitha Vodala" userId="289749ab3d3ca26f" providerId="LiveId" clId="{318C8650-ED83-4690-9D6B-F6C835E54242}" dt="2026-09-11T12:29:30.502" v="148" actId="22"/>
          <ac:picMkLst>
            <pc:docMk/>
            <pc:sldMk cId="0" sldId="296"/>
            <ac:picMk id="5" creationId="{D253ED3F-C0DD-2037-EAC4-88B058B6C1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60163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902" y="1147453"/>
            <a:ext cx="1158781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–SIH26198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alt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LUGGO AI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MoveMinds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F74C1A-260A-469D-0751-0921CC21D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297" y="86998"/>
            <a:ext cx="2132213" cy="9551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432211"/>
            <a:ext cx="11862225" cy="45858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LUGGO AI-  “AI-Powered Luggage Transportation and Tracking System”</a:t>
            </a:r>
          </a:p>
          <a:p>
            <a:endParaRPr lang="en-US" altLang="en-US" sz="24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solving luggage transportation problems in railway stations and bus terminals</a:t>
            </a:r>
            <a:r>
              <a:rPr lang="en-IN" sz="2400" b="1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 face difficulty carrying luggage between platforms and bus bays.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LUGGO uses AI to prioritize luggage based on passenger urgency.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Book → QR Verification → Luggage Transportation → Live Tracking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Destination Reached → OTP Verification → Passenger Collects Luggage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2" y="252245"/>
            <a:ext cx="2029379" cy="8432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MoveMinds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5D307-36D1-5CF7-492F-740CF0865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43" y="185845"/>
            <a:ext cx="2213621" cy="9929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757197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9904" y="1296034"/>
            <a:ext cx="10883519" cy="283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JavaScript.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:Self-collected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Telangana railway stations and Bus-Terminal data.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AI-based luggage priority and transportation scheduling.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tagging and OTP verification.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luggage status and platform/bay tracking.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2" y="252246"/>
            <a:ext cx="2047667" cy="735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MoveMinds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7041F3-6BF8-05EE-77DC-80243E5AA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92" y="4086899"/>
            <a:ext cx="10883519" cy="2267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7122F4-4362-8C20-E9B7-46015DF5C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959" y="7167"/>
            <a:ext cx="2213040" cy="993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78988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 rot="10800000">
            <a:off x="897065" y="5829743"/>
            <a:ext cx="8638193" cy="4875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20568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MoveMinds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 rot="10800000" flipV="1">
            <a:off x="786580" y="1321844"/>
            <a:ext cx="1034353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 LUGGO counters/lockers without changing the main station structure.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Transportation: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Luggage can be moved by authorized handlers using available manual/electric carts, making the system practical and affordable.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Trackable: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and OTP provide luggage identification, tracking and secure handover between pickup and destination.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LUGGO can first be implemented at high-footfall railway stations and bus terminals and later expanded to more locations.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E6F01-1A2E-7CCE-03E8-53CDE4E5E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808" y="65846"/>
            <a:ext cx="2213040" cy="993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818562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35864" y="2290891"/>
            <a:ext cx="5660136" cy="40138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Easier and more comfortable travel.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People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Less difficulty in carrying heavy luggage.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Easy movement with children and luggage.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Luggage Handlers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Better and organized work.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Stations &amp; Terminals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Better management of luggage movement.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20110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MoveMinds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C18C3E9-DFB1-6C0D-14EC-CD3581161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528" y="2240918"/>
            <a:ext cx="6155436" cy="40138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Passengers don't need to carry luggage between platforms/bays.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QR and OTP help prevent wrong handover.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Trackable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Passengers can check their luggage status.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AI gives priority to passengers with less time before departure.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an organized luggage transportation process.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040B1-2E77-518C-5B04-ACA42C14861F}"/>
              </a:ext>
            </a:extLst>
          </p:cNvPr>
          <p:cNvSpPr txBox="1"/>
          <p:nvPr/>
        </p:nvSpPr>
        <p:spPr>
          <a:xfrm>
            <a:off x="5852160" y="1547063"/>
            <a:ext cx="541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744AC-DE74-0743-918E-5D445B4E4EAB}"/>
              </a:ext>
            </a:extLst>
          </p:cNvPr>
          <p:cNvSpPr txBox="1"/>
          <p:nvPr/>
        </p:nvSpPr>
        <p:spPr>
          <a:xfrm>
            <a:off x="435864" y="1587029"/>
            <a:ext cx="541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3F3D-0FBB-986C-018B-39A419519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808" y="74990"/>
            <a:ext cx="2213040" cy="99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565652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49792"/>
            <a:ext cx="9969795" cy="54784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&amp; Bus Terminal Luggage Handling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QR-Based Luggage Tracking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Priority Scheduling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Railways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TGSRTC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QR Tracking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Scheduling Research</a:t>
            </a:r>
          </a:p>
          <a:p>
            <a:pPr marL="457200" lvl="0" indent="-457200">
              <a:buFont typeface="Wingdings" panose="05000000000000000000" pitchFamily="2" charset="2"/>
              <a:buChar char="Ø"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94708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MoveMinds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3ED3F-C0DD-2037-EAC4-88B058B6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808" y="65846"/>
            <a:ext cx="2213040" cy="993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385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Rakshitha Vodala</cp:lastModifiedBy>
  <cp:revision>156</cp:revision>
  <dcterms:created xsi:type="dcterms:W3CDTF">2013-12-12T18:46:00Z</dcterms:created>
  <dcterms:modified xsi:type="dcterms:W3CDTF">2026-09-13T03:42:47Z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C357CD63CAF74581B9C43829AABF0D3B_13</vt:lpwstr>
  </property>
  <property fmtid="{D5CDD505-2E9C-101B-9397-08002B2CF9AE}" pid="3" name="KSOProductBuildVer">
    <vt:lpwstr>1033-12.2.0.22549</vt:lpwstr>
  </property>
</Properties>
</file>